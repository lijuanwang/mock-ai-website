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0" y="2011680"/>
            <a:ext cx="914400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11111"/>
                </a:solidFill>
              </a:defRPr>
            </a:pPr>
            <a:r>
              <a:t>Mock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525252"/>
                </a:solidFill>
              </a:defRPr>
            </a:pPr>
            <a:r>
              <a:t>We are a collective of builders, thinkers, and creators working to design technology that earns trust, amplifies human potential, and makes life meaningfully better.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11111"/>
                </a:solidFill>
              </a:defRPr>
            </a:pPr>
            <a:r>
              <a:t>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0EA5E9"/>
                </a:solidFill>
              </a:defRPr>
            </a:pPr>
            <a:r>
              <a:t>Builders. Thinkers. Creators.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A 10,000+ global network of creatives and trailblazers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Developers, scientists, designers, and storytellers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Interconnected by curiosity and driven by possibility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We explore, experiment, and shape the future together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MAI begins with people — when we help others flourish, we flourish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25252"/>
                </a:solidFill>
              </a:defRPr>
            </a:pPr>
            <a:r>
              <a:t>Our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EA5E9"/>
                </a:solidFill>
              </a:defRPr>
            </a:pPr>
            <a:r>
              <a:t>Approachable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525252"/>
                </a:solidFill>
              </a:defRPr>
            </a:pPr>
            <a:r>
              <a:t>Building AI that earns trust, amplifies human potential, and makes life meaningfully better. Our approach balances ambition with responsibility, promoting continuous improvement and radical innovation.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11111"/>
                </a:solidFill>
              </a:defRPr>
            </a:pPr>
            <a:r>
              <a:t>Our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7C3AED"/>
                </a:solidFill>
              </a:defRPr>
            </a:pPr>
            <a:r>
              <a:t>What guides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Safety First — Every system prioritizes safety and alignment with human values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Transparency — Open research and clear communication about capabilities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Inclusive Innovation — AI that benefits everyone, designed for accessibility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Psychological Safety — A culture where our team can take risks and innovate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Continuous Improvement — Balancing ambition with responsibility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EA5E9"/>
                </a:solidFill>
              </a:defRPr>
            </a:pPr>
            <a:r>
              <a:t>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i="1">
                <a:solidFill>
                  <a:srgbClr val="FFFFFF"/>
                </a:solidFill>
              </a:defRPr>
            </a:pPr>
            <a:r>
              <a:t>I want to create AI that makes us more human, that deepens our trust and understanding of one another, and that strengthens our connections to the real world.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02920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EA5E9"/>
                </a:solidFill>
              </a:defRPr>
            </a:pPr>
            <a:r>
              <a:t>Mustafa Suleyman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CEO, Microsoft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11111"/>
                </a:solidFill>
              </a:defRPr>
            </a:pPr>
            <a:r>
              <a:t>Core Products &amp; Experiences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0EA5E9"/>
                </a:solidFill>
              </a:defRPr>
            </a:pPr>
            <a:r>
              <a:t>Building an AI companion for everyone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Copilot — Your AI companion that helps you think, create, and get things done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Bing — AI-powered search engine for quick answers, rewards, and news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Edge — Browser at the apex of performance and security with AI-powered search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GroupMe — Stay connected and organized with friends, family, and coworkers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11111"/>
                </a:solidFill>
              </a:defRPr>
            </a:pPr>
            <a:r>
              <a:t>Product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Copilot</a:t>
            </a:r>
          </a:p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• Solve problems, explore ideas</a:t>
            </a:r>
          </a:p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• Have great conversations</a:t>
            </a:r>
          </a:p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• Think and create together</a:t>
            </a:r>
          </a:p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Bing</a:t>
            </a:r>
          </a:p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• Generative search</a:t>
            </a:r>
          </a:p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• Quick answers</a:t>
            </a:r>
          </a:p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• News and rewards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Edge</a:t>
            </a:r>
          </a:p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• Task completion</a:t>
            </a:r>
          </a:p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• Content creation</a:t>
            </a:r>
          </a:p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• Shopping and gaming</a:t>
            </a:r>
          </a:p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GroupMe</a:t>
            </a:r>
          </a:p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• Group messaging</a:t>
            </a:r>
          </a:p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• Stay organized</a:t>
            </a:r>
          </a:p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• Easy connections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11111"/>
                </a:solidFill>
              </a:defRPr>
            </a:pPr>
            <a:r>
              <a:t>Latest News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14B8A6"/>
                </a:solidFill>
              </a:defRPr>
            </a:pPr>
            <a:r>
              <a:t>Stories. Updates. Perspectives.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Next-Generation Language Model — Most capable and efficient model yet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Global Research University Partnerships — 15 institutions across 4 continents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Copilot Transforming Productivity — 55% faster task completion reported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AI Safety Research Agenda 2026 — Comprehensive approach to safe AI development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11111"/>
                </a:solidFill>
              </a:defRPr>
            </a:pPr>
            <a:r>
              <a:t>Research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7C3AED"/>
                </a:solidFill>
              </a:defRPr>
            </a:pPr>
            <a:r>
              <a:t>Advancing the frontier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AI Alignment — Ensuring systems understand and follow human intentions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Robustness &amp; Reliability — Building consistent, dependable systems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Interpretability — Understanding how models make decisions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Multimodal AI — Processing text, images, audio, and video together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Responsible AI — Governance, policy, and ethical development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25252"/>
                </a:solidFill>
              </a:defRPr>
            </a:pPr>
            <a:r>
              <a:t>Our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EA5E9"/>
                </a:solidFill>
              </a:defRPr>
            </a:pPr>
            <a:r>
              <a:t>10,000+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525252"/>
                </a:solidFill>
              </a:defRPr>
            </a:pPr>
            <a:r>
              <a:t>A global network of creatives and trailblazers across Health, Design, Engineering, User Research, People Operations, Commercial, Technical Staff, Marketing, Strategy, and Product Management.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11111"/>
                </a:solidFill>
              </a:defRPr>
            </a:pPr>
            <a:r>
              <a:t>Global Presence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Redmond — Where Microsoft began</a:t>
            </a:r>
          </a:p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New York — Innovation hub in Times Square</a:t>
            </a:r>
          </a:p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Mountain View — Bay Area entrepreneurial spirit</a:t>
            </a:r>
          </a:p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London — UK's thriving AI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Beijing — Asia Pacific R&amp;D Group</a:t>
            </a:r>
          </a:p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Suzhou — Software and hardware innovation</a:t>
            </a:r>
          </a:p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Hyderabad — Largest R&amp;D campus outside US</a:t>
            </a:r>
          </a:p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Zurich — Spatial intelligence research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11111"/>
                </a:solidFill>
              </a:defRPr>
            </a:pPr>
            <a:r>
              <a:t>Life at 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0EA5E9"/>
                </a:solidFill>
              </a:defRPr>
            </a:pPr>
            <a:r>
              <a:t>Where innovation happens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Step inside the everyday moments that shape our people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Health, Design, Engineering, User Research teams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People Operations, Commercial, Technical staff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Marketing, Strategy, Product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A culture of exploration, experimentation, and growth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11111"/>
                </a:solidFill>
              </a:defRPr>
            </a:pPr>
            <a:r>
              <a:t>Join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14B8A6"/>
                </a:solidFill>
              </a:defRPr>
            </a:pPr>
            <a:r>
              <a:t>Careers at Mock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We have offices in cities across the globe — where will you join?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Engineering — Build AI systems at scale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Research — Push the boundaries of what's possible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Product — Shape experiences for billions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525252"/>
                </a:solidFill>
              </a:defRPr>
            </a:pPr>
            <a:r>
              <a:t>Design — Create intuitive, human-centered 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11111"/>
                </a:solidFill>
              </a:defRPr>
            </a:pPr>
            <a:r>
              <a:t>Open Positions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Senior ML Engineer — Seattle</a:t>
            </a:r>
          </a:p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Research Scientist, AI Alignment — SF</a:t>
            </a:r>
          </a:p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Product Manager, Copilot — Redmond</a:t>
            </a:r>
          </a:p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UX Designer — London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Software Engineer, Infrastructure — Dublin</a:t>
            </a:r>
          </a:p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Program Manager, AI Ethics — DC</a:t>
            </a:r>
          </a:p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Data Scientist — New York</a:t>
            </a:r>
          </a:p>
          <a:p>
            <a:pPr>
              <a:spcAft>
                <a:spcPts val="1000"/>
              </a:spcAft>
              <a:defRPr sz="2000">
                <a:solidFill>
                  <a:srgbClr val="525252"/>
                </a:solidFill>
              </a:defRPr>
            </a:pPr>
            <a:r>
              <a:t>Technical Writer — Remote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0" y="2011680"/>
            <a:ext cx="914400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94A3B8"/>
                </a:solidFill>
              </a:defRPr>
            </a:pPr>
            <a:r>
              <a:t>Explore more at mock-ai-website.blackcoast-e8522d7b.eastus.azurecontainerapps.io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